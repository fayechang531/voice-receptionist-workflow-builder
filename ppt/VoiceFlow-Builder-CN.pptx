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2560320"/>
            <a:ext cx="4572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语流 VoiceFlow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面向中小企业的可视化工作流构建器SaaS产品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中小企业的语音接待困境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78%的中小企业仍在用人工接听所有来电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现有方案要么太贵（呼叫中心），要么太简陋（录音电话）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非技术用户无法使用开发者工具（Bland AI/Vapi需API能力）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核心诉求：10分钟能用 + 业务复杂能扛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语流的三大核心能力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可视化工作流构建器：拖拽节点+连线，零代码搭建流程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规则优先AI增强：核心流程零延迟零成本，AI在三个质变点精准赋能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节点级运营洞察：热力图+漏斗定位流失节点，数据驱动迭代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谁需要语流？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小企业主(1-20人)：无技术团队，需快速搭建语音接待员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中型企业团队管理者(20-200人)：需客服分流和自动化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在线业务运营者：需网站嵌入语音通话，无电话号码需求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工作流如何运转？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来电触发 → 节点执行 → 条件路由 → 动作执行 → 通话结束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每个节点：输入 → 处理逻辑 → 输出，确定性执行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AI节点有降级方案：AI不可用时自动回退到规则流程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三步构建语音接待员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1. 拖拽节点：从节点库拖入画布，19种节点覆盖全场景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2. 连线配置：连线表达数据流，双击节点配置参数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3. 模拟发布：文字模拟验证 → 一键发布上线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19个节点，四层递进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核心层(8节点)：来电触发/问候/提问/收集/转接/发短信/记录/结束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逻辑层(4节点)：条件分支/If-Else/营业时间判断/来电类型检测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集成层(4节点)：CRM查询/日历预订/发送通知/Webhook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AI增强层(3节点)：意图检测/知识库问答/通话摘要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核心层 — 通话流程骨架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来电触发器：唯一入口，自动提取来电信息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问候/开场白：按时间段智能选话术，变量替换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提问节点：支持语音+按键双输入，超时重试可配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转接呼叫：暖/冷转接，失败路径自动降级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每个节点有明确配置项，用户知道配什么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逻辑层 — 流程控制中枢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条件分支：多条件路由(≤4分支)，支持正则匹配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If/Else：简单二元判断，降低配置复杂度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营业时间判断：时区+节假日日历+特殊日期覆盖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来电类型检测：老客户/VIP/黑名单自动识别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规则优先、AI增强策略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17个规则节点覆盖80%场景，零延迟零增量成本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AI仅在3个质变点引入：意图检测(通话时长-35%)/知识库问答(人工转接-68%)/通话摘要(节省100%人工)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情感检测和智能路由归入P2：规则近似替代代价可控(精度差~15%)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AI节点必须有降级方案：意图未识别→按键菜单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三个AI质变点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AI意图检测：将按键导航替换为自然语言理解，1步直达vs4.2步，放弃率6%vs28%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知识库问答(RAG)：一个知识库覆盖数百FAQ，拦截68%人工转接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通话摘要：离线生成，零实时延迟，3分钟人工→30秒AI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成本与延迟的精确边界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纯规则引擎：$0增量成本，&lt;10ms延迟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+AI意图检测：+$0.02/min，+300ms，回报：通话时长-35%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+知识库问答：+$0.03/min，+600ms，回报：人工转接-68%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全AI Agent：+$0.08-0.12/min，+800ms，仅高复杂度场景值得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三模通信接入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平台托管号码：开箱即用，购买→绑定→上线，$1-3/月+0.01/min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自带号码(SIP/移植)：保持现有号码，SIP Forwarding或号码移植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WebRTC浏览器通话：无需电话号码，嵌入网站直接通话，$0.003-0.008/min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全市场唯一同时提供三种模式的语音AI平台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两种模拟测试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文字模拟：画布内即时验证，秒级迭代，高亮当前执行节点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真实通话模拟：临时号码语音测试，TTS+ASR真实验证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被低估的杀手功能：文字模拟将设计-测试循环从分钟级降到秒级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安全迭代，恐惧归零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每次保存自动快照，保留最近50个版本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版本Diff：新增绿/删除红/修改黄高亮对比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一键回滚：修改出错30秒恢复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草稿/发布分离：已发布版本不可直接修改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节点级洞察，精准归因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基础指标：通话量/接通率/平均时长/满意度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节点热力图：绿&gt;90%/黄70-90%/红&lt;70%，定位流失节点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转化漏斗：来电→意图检测→信息收集→转接→结束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异常告警：连续失败/超时/路由失败实时通知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示例：标准客服分流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来电→营业时间判断→(营业)AI意图检测→咨询/预约/投诉分支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非营业→知识库FAQ或留言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预约分支→日历预订→发送确认短信→结束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关键配置：意图检测3意图+0.7阈值+按键降级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示例：医疗诊所高级自动化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来电→来电类型检测→(老患者)CRM查询→AI意图检测→预约/咨询/紧急分支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紧急→暖转接急诊，跳过所有流程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预约→匹配主治医生日历→冲突推荐最近时段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知识库覆盖FAQ(营业时间/医保/停车/科室)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产品定位与竞争力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差异化①：三模通信接入+双模模拟测试（全市场唯一）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差异化②：规则优先AI增强的分层节点体系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差异化③：节点级运营洞察看板（热力图+漏斗归因）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vs Bland/Vapi/Retell：非技术用户10分钟上手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vs Synthflow：节点体系透明+三模接入+节点级洞察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产品蓝图与路线图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MVP：核心层+逻辑层+画布+平台托管号码+文字模拟+基础看板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V1.0：+AI增强层3节点+集成层+自带号码+真实通话模拟+版本管理+节点热力图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V2.0：+WebRTC+情感检测+智能路由+多租户RBAC+API开放平台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用户操作全旅程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注册→创建→配置→测试→发布→运营→迭代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关键情绪转折：空白画布(intimidating)→模板选择(释然)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模拟测试消除不知对不对焦虑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版本管理消除改了变差恐惧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技术架构全景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前端：React Flow画布+Zustand状态管理+WebRTC(V2.0)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引擎：Node.js自研流程解释器+Redis缓存+锁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通信：Twilio/SIP网关/WebRTC网关三种接入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AI：LLM网关(多模型)+Deepgram ASR+ElevenLabs TTS+Pinecone RAG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数据：PostgreSQL(JSONB)+Redis+S3录音+Pinecone向量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功能优先级矩阵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Q1高价值低复杂度(P0)：核心层8节点+逻辑层4节点+画布+文字模拟+基础看板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Q2高价值高复杂度(P1)：AI3节点+集成4节点+真实通话模拟+版本管理+热力图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Q3低价值低复杂度(P2)：并行分支+自定义看板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Q4低价值高复杂度(P2)：情感检测+智能路由+多Agent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核心收获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AI不是越多越好——三个质变点就够了，规则优先AI增强是正确策略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文字模拟测试是被低估的杀手功能，秒级迭代解决10分钟可用命题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节点级运营洞察比AI更有商业价值——从工具到平台的关键升级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WebRTC开辟无电话号码新市场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版本管理不是工程功能而是业务保障——消除迭代恐惧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下一步行动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MVP开发启动：核心层+逻辑层+画布+平台托管号码+文字模拟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种子用户招募：50家中小企业内测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AI节点V1.0验证：意图检测+知识库问答+通话摘要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通信接入扩展：自带号码(SIP)+真实通话模拟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