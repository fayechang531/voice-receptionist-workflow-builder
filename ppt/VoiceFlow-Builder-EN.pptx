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2560320"/>
            <a:ext cx="45720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VoiceFlow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Visual Workflow Builder SaaS for SMBs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Voice Reception Dilemma for SMBs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78% of SMBs still use manual call answering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Existing solutions: too expensive or too basic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Non-technical users can't use developer tools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Core need: usable in 10 min + scalable for complex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Three Core Capabilities of VoiceFlow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Visual workflow builder: drag-and-drop nodes + connections, zero code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Rules-first, AI-enhanced: core flow at zero latency/cost, AI at 3 inflection points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Node-level operational insights: heatmap + funnel for churn attribution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Who Needs VoiceFlow?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Small business owners (1-20): no tech team, need quick setup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Mid-size team managers (20-200): need call routing and automation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Online business operators: need website-embedded voice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How Does the Workflow Run?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Call trigger → Node execution → Conditional routing → Action → End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Each node: Input → Processing → Output, deterministic execution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AI nodes have fallback: auto-revert to rules when AI unavailable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Build a Voice Receptionist in 3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1. Drag nodes: 19 node types from palette, covering all scenarios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2. Connect &amp; configure: connections express data flow, double-click to configure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3. Simulate &amp; publish: text simulation → one-click publish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19 Nodes, Four Progressive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Core (8): Call trigger/Greeting/Ask/Collect/Transfer/SMS/Log/End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Logic (4): Conditional/If-Else/Business Hours/Call Type Detection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Integration (4): CRM Lookup/Calendar Booking/Notification/Webhook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AI Enhanced (3): Intent Detection/Knowledge Q&amp;A/Call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Core Layer — The Call Flow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Call Trigger: single entry point, auto-extract caller info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Greeting: time-based script selection, variable substitution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Ask Question: dual input (speech + DTMF), configurable timeout/retry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Transfer Call: warm/cold transfer, auto-degrade on failure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Every node has explicit config items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Logic Layer — Flow Control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Conditional Branch: multi-condition routing (≤4 branches), regex support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If/Else: simple binary judgment, reduced config complexity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Business Hours: timezone + holiday calendar + special date override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Call Type Detection: returning/VIP/blacklist auto-identification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Rules-First, AI-Enhanced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17 rule nodes cover 80% scenarios at zero latency/cost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AI only at 3 inflection points: intent detection(-35% call time)/knowledge Q&amp;A(-68% transfers)/call summary(-100% manual)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Emotion detection &amp; smart routing in P2: rule approximation manageable (~15pp)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AI nodes must have fallback: unrecognized intent → DTMF menu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Three AI Inflection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AI Intent Detection: replace DTMF with NLU, 1 step vs 4.2 steps, 6% vs 28% abandonment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Knowledge Q&amp;A (RAG): one KB covers hundreds of FAQs, blocks 68% human transfers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Call Summary: offline generation, zero real-time latency, 3 min → 30 sec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Cost-Latency Tradeoff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Pure rules engine: $0 incremental, &lt;10ms latency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+AI Intent Detection: +$0.02/min, +300ms, call time -35%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+Knowledge Q&amp;A: +$0.03/min, +600ms, human transfer -68%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Full AI Agent: +$0.08-0.12/min, +800ms, only for high-complexity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Triple-Mode Telephony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Platform Managed: out-of-box, purchase→bind→launch, $1-3/mo + $0.01/min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Bring Your Own (SIP/Port): keep existing number, SIP or LNP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WebRTC Browser Call: no phone number needed, embed in website, $0.003-0.008/min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Only platform offering all three modes simultaneously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Two Simulation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Text Simulation: instant validation in canvas, second-level iteration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Live Call Test: temp number voice test, real TTS+ASR validation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Underestimated killer feature: reduces design-test loop from minutes to seconds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Safe Iteration, Zero Fear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Auto-snapshot on every save, keep latest 50 versions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Version Diff: added green/deleted red/modified yellow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One-click rollback: recover in 30 seconds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Draft/Published separation: published versions cannot be directly modified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Node-Level Insights, Precise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Basic metrics: call volume/answer rate/avg duration/satisfaction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Node heatmap: green&gt;90%/yellow 70-90%/red&lt;70%, locate churn nodes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Conversion funnel: inbound→intent→collection→transfer→end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Exception alerts: consecutive failures/timeout/routing failure real-time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Example: Standard Customer Service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Call→Business Hours→(Open) AI Intent→Consult/Book/Complain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Non-business→Knowledge FAQ or Voicemail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Booking→Calendar Booking→SMS Confirmation→End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Key config: 3 intents + 0.7 threshold + DTMF fallback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Example: Medical Clinic Advanced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Call→Call Type→(Returning) CRM Lookup→AI Intent→Booking/Consult/Emergency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Emergency→warm transfer to ER, skip all flow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Booking→match doctor's calendar→conflict suggest nearest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Knowledge base covers FAQ (hours/insurance/parking/departments)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 Positioning &amp; Competitiveness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Differentiator 1: Triple-mode telephony + dual-mode simulation (market-unique)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Differentiator 2: Rules-first AI-enhanced layered node system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Differentiator 3: Node-level operational insights (heatmap + funnel)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vs Bland/Vapi/Retell: non-technical users productive in 10 minutes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vs Synthflow: transparent node system + triple-mode + node-level insights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 Blueprint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MVP: Core+Logic + Canvas + Platform numbers + Text sim + Basic dashboard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V1.0: +AI 3 nodes + Integration 4 + BYO numbers + Live test + Version mgmt + Heatmap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V2.0: +WebRTC + Emotion detection + Smart routing + Multi-tenant RBAC + API platform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End-to-End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Signup→Create→Configure→Test→Publish→Operate→Iterate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Key emotion shift: blank canvas (intimidating) → template (relief)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Simulation eliminates 'not sure if it works' anxiety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Version management eliminates 'changes made it worse' fear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Technology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Frontend: React Flow + Zustand + WebRTC (V2.0)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Engine: Node.js flow interpreter + Redis cache/lock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Telephony: Twilio / SIP gateway / WebRTC gateway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AI: LLM gateway + Deepgram ASR + ElevenLabs TTS + Pinecone RAG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Data: PostgreSQL (JSONB) + Redis + S3 + Pinecone vectors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Feature Priority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Q1 High value Low complexity (P0): Core 8 + Logic 4 + Canvas + Text sim + Dashboard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Q2 High value High complexity (P1): AI 3 + Integration 4 + Live test + Version + Heatmap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Q3 Low value Low complexity (P2): Parallel branch + Custom dashboard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Q4 Low value High complexity (P2): Emotion detection + Smart routing + Multi-agent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Less AI is more — 3 inflection points suffice, rules-first AI-enhanced is right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Text simulation is underestimated killer feature, second-level iteration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Node-level insights &gt; AI commercially — key upgrade from tool to platform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WebRTC opens 'no phone number' new market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Version management is business safeguard, not engineering feature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MVP development kickoff: Core+Logic + Canvas + Platform numbers + Text simulation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Seed user recruitment: 50 SMBs for closed beta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AI node V1.0 validation: Intent detection + Knowledge Q&amp;A + Call summary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Telephony expansion: BYO numbers (SIP) + Live call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